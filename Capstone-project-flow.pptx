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F610D-3BBD-450D-8164-0A31076EF28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354C1-F06B-47D4-A008-CD67FC10C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5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354C1-F06B-47D4-A008-CD67FC10CD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1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2F47-DB7A-CC33-D594-62906A78B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11181-1F00-1DAB-7C34-658D804FD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30E1D-AED9-4688-D35F-BE640060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F6672-A159-695A-A6CD-15C164F1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CA0F8-67F2-3865-88DC-126D6AD3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4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3FA8-B39B-360C-67D7-7B020431D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325E2-EA91-9552-4BB5-4C5B341E4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03D1A-9EDE-45CA-072D-B50F9A1D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775DA-6FA0-94DF-9B2B-2A342090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A9228-28DB-DB4B-AEB2-05E1F093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1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8F67-F07C-8CD4-C1F8-585F3096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DBEB4-AC1B-7796-D7BF-044A59507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E55BE-1DFF-599F-F278-1E278994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AE87-D364-E8FA-C130-583E7EE3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848FB-BF31-2052-B659-0D301BF9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0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09FB-96EC-0103-A8E8-7E8D5C16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96FE2-40E1-D5E4-76EB-15C559275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04BCB-7F5D-28BA-B2B3-EB34B6188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484F5-B128-3D2C-5035-B33069FC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6FB0-A887-E0BD-B0AF-B8441D87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50043-F385-9EEF-1C5C-314F9ECF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0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8B57-CFDF-A424-8485-EB9DFC60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ADED0-77C9-DF94-801E-02A47C4E7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13696-C6B9-5DC5-F4DF-3867DE8D2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3C59-E791-5300-B9A4-8487142F6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50508-4E90-E23F-3567-3B68A8BC9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2151A-09EA-B36E-6FDE-968415C0B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443C2-5B73-6CE0-965D-14062906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0D54A-3097-A145-A4B8-8A87C2B2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3A3A-EEDB-EA11-312F-5F92AEB5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8D8DE4-4658-0D0D-27BB-7D4D5230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7582E-7194-0284-3300-F9FF73CB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751F1-3A67-1BF8-C3EC-5DF1D489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1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CDAF1-810B-BB08-1FAD-87A21E2D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3B6AF-02EB-CA1D-164C-E0747F6E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8D361-432F-E60B-00D4-8729A6C8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8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7118-2085-AF67-5AD0-217CCBF2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EC704-B178-A424-E501-FA3A9FDB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569FD-6ACD-6376-5295-AA8A28652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D0E92-B821-1CFC-0D0B-1DAF2273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8DDAC-C7C0-7952-6E90-CA2241D8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580D-F828-B006-2FD4-A2531867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2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418A-9318-57C5-D84A-5D6006FE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0E880-7221-8A42-C12B-3AB9CAA07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0C96F-59A0-7133-6F0C-DDE0063E8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43938-33FF-188D-62C4-B5BB8BD9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F7520-F373-33EF-FEB7-83BD55AB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9A69F-E89A-A85B-A995-B29810D1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6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EF64-02C8-D5AA-DA13-8357B0BBC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D0467-4D77-618B-1A3C-333A11E1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EA94-4605-4EB2-E55A-659CDDCF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E2A64-E26B-F29B-6A04-7DF0909F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86A68-EF63-A24D-B198-C755A712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3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64206C-075D-1491-894C-7668E0827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4F807-5FA9-DE2F-4019-A64244E1E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A796C-6A3B-196D-BCF3-8D4EADFF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4EE7-2921-2A42-0834-CF089543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EA6A9-6262-9244-00F5-A1D254B8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7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93720-2D93-BB9C-29CB-571EAAE7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32FCC-5FF0-5182-47A6-ECF7F334C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D8AF2-28AA-AF60-8061-4BCED97E9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FD0CE-26F5-4DBE-BC59-C18B29DB56C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57B9B-D238-F5BF-BBAB-0274D39FB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C9F8-DC7B-4B74-DD32-4F43DFC6B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3924CB-1E34-40F4-A856-F37DBAC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5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A5A8-C548-4111-9A47-47730EBC8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Capstone-project-flow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6026C-3DE1-5845-80DE-563CCE84A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27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D4E3C-47DE-D290-3A7F-AC516EE8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Step-1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8073C-D7B2-2EB6-4F9F-0EB3E67F9E8B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The Client Browser is able to access the nginx on port 80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493CE9-E5F2-0C41-FC4B-C5576F653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801167"/>
            <a:ext cx="5880411" cy="2655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57D5A7-51EA-1E29-F2C5-AF36CC3711BA}"/>
              </a:ext>
            </a:extLst>
          </p:cNvPr>
          <p:cNvSpPr txBox="1"/>
          <p:nvPr/>
        </p:nvSpPr>
        <p:spPr>
          <a:xfrm>
            <a:off x="8382000" y="22842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output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105F2B-7629-B6EA-93C1-3B27B2C5C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816" y="2940081"/>
            <a:ext cx="6043184" cy="3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7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C47E6-6233-6CCD-6957-20781BB4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AFBBE-F026-F3C6-9484-FA60B20E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Step-2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3EC38-B75E-88D2-7D77-33DC5C6960D3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Client Browser is able to access the backend on port 80 via nginx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75560-5BA2-0D44-16D2-52464E314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31" y="2136850"/>
            <a:ext cx="6243638" cy="46427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9DE689-A6AE-1925-58CA-0DEC15BE8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69" y="4392887"/>
            <a:ext cx="4938188" cy="998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B8FCB6-707E-6222-86F3-21A33D10905E}"/>
              </a:ext>
            </a:extLst>
          </p:cNvPr>
          <p:cNvSpPr txBox="1"/>
          <p:nvPr/>
        </p:nvSpPr>
        <p:spPr>
          <a:xfrm>
            <a:off x="6621569" y="351429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5004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D912-18DC-9006-5070-89C0A367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3BE3-91D4-2F7B-BFB4-010EDB98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Step-</a:t>
            </a:r>
            <a:r>
              <a:rPr lang="en-US" sz="4800" dirty="0"/>
              <a:t>3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4DE6C-76C9-07FA-765D-90AD3E9E220C}"/>
              </a:ext>
            </a:extLst>
          </p:cNvPr>
          <p:cNvSpPr txBox="1"/>
          <p:nvPr/>
        </p:nvSpPr>
        <p:spPr>
          <a:xfrm>
            <a:off x="3124200" y="267312"/>
            <a:ext cx="8435557" cy="941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The Client Browser is able to access the backend with DB Connection on port 80 via nginx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78FCC-6228-D8BD-DC9C-4D04895425F7}"/>
              </a:ext>
            </a:extLst>
          </p:cNvPr>
          <p:cNvSpPr txBox="1"/>
          <p:nvPr/>
        </p:nvSpPr>
        <p:spPr>
          <a:xfrm>
            <a:off x="6240569" y="277931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07E81-7674-1DD1-5FFE-9EEDEB3E2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2" y="1494744"/>
            <a:ext cx="4862915" cy="5278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509E1E-88F8-40CD-02E4-E8D5B9DAD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65713"/>
            <a:ext cx="5807328" cy="301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3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E6871-5086-5598-517F-FA3D87F7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CE87BE-B4B7-4D51-1E39-80114CB19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7" y="1443922"/>
            <a:ext cx="8509947" cy="6468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B15D7F-C4EF-7447-B985-6B6DB61A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Step-4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F96F0-C240-5BF8-CFD5-E47DC53746DC}"/>
              </a:ext>
            </a:extLst>
          </p:cNvPr>
          <p:cNvSpPr txBox="1"/>
          <p:nvPr/>
        </p:nvSpPr>
        <p:spPr>
          <a:xfrm>
            <a:off x="3124200" y="267312"/>
            <a:ext cx="8435557" cy="941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Adding Secret's manager to the project with Hit counts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FD8A9-C4F2-F579-EAEB-E8863222FCED}"/>
              </a:ext>
            </a:extLst>
          </p:cNvPr>
          <p:cNvSpPr txBox="1"/>
          <p:nvPr/>
        </p:nvSpPr>
        <p:spPr>
          <a:xfrm>
            <a:off x="7522029" y="262691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7DB5E-4E2A-E262-A408-7D2D05B82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978" y="3262630"/>
            <a:ext cx="5692633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3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3F7E-2565-C4F2-6E88-43B4DAFD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Step-4 – Implementation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5F19-994A-1553-86F4-E4671C41D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Secerts</a:t>
            </a:r>
            <a:r>
              <a:rPr lang="en-US" dirty="0"/>
              <a:t> </a:t>
            </a:r>
            <a:r>
              <a:rPr lang="en-US" dirty="0" err="1"/>
              <a:t>mgmr</a:t>
            </a:r>
            <a:r>
              <a:rPr lang="en-US" dirty="0"/>
              <a:t> "RDS-Creds"</a:t>
            </a:r>
          </a:p>
          <a:p>
            <a:r>
              <a:rPr lang="en-US" dirty="0"/>
              <a:t>IAM Role/policy to access secrets </a:t>
            </a:r>
            <a:r>
              <a:rPr lang="en-US" dirty="0" err="1"/>
              <a:t>mgr</a:t>
            </a:r>
            <a:r>
              <a:rPr lang="en-US" dirty="0"/>
              <a:t> from VM02</a:t>
            </a:r>
          </a:p>
          <a:p>
            <a:r>
              <a:rPr lang="en-US" dirty="0"/>
              <a:t>Assign on Vm02</a:t>
            </a:r>
          </a:p>
          <a:p>
            <a:r>
              <a:rPr lang="en-US" dirty="0"/>
              <a:t>update the python code with the boto3 plugin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8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93</Words>
  <Application>Microsoft Office PowerPoint</Application>
  <PresentationFormat>Widescreen</PresentationFormat>
  <Paragraphs>19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Capstone-project-flow</vt:lpstr>
      <vt:lpstr>Step-1 </vt:lpstr>
      <vt:lpstr>Step-2</vt:lpstr>
      <vt:lpstr>Step-3</vt:lpstr>
      <vt:lpstr>Step-4</vt:lpstr>
      <vt:lpstr>Step-4 – Implementation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M S</dc:creator>
  <cp:lastModifiedBy>Vishwa M S</cp:lastModifiedBy>
  <cp:revision>5</cp:revision>
  <dcterms:created xsi:type="dcterms:W3CDTF">2026-03-11T09:18:44Z</dcterms:created>
  <dcterms:modified xsi:type="dcterms:W3CDTF">2026-03-11T10:25:10Z</dcterms:modified>
</cp:coreProperties>
</file>